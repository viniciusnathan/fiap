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549C0-8695-742E-6CD7-6F24F9347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321924-3EE5-413C-BC45-609660B76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49E081-6965-5A71-85BE-C097CEC8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5BCA74-AAE2-9438-3498-B0BBC134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8309CE-FE3F-92F3-4009-AF983B51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7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19705-2943-C7C0-B89A-FD670CFB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F0F5B-8DBA-627A-9B7F-E270CFFF7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FD4666-0A22-35AC-6E1C-B3618F9C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6B4109-5C28-2C98-28BF-41A9BB6F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A2BF7-E8A1-1213-3621-3EE6E17B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31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9539B-A9AC-0237-CFC7-DE840FA8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940F84-24F6-483F-2D4C-956594C98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8F154A-07DC-FDB3-F7D5-49459090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173165-4860-D402-3ABC-5764A276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808357-E62F-A4DE-7E1D-77A9C608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86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2A19-29D2-EAD6-34B1-8F19B42F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33315D-425F-B5B9-E30C-5B0E787F1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AE354-2EB8-B017-7625-08D688132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E5FF40-DB00-8BD4-48DB-F4430725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65380C-BC8F-E3F3-556A-CB4703D5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BAC1A7-C3A0-AA38-4473-97DEBD81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42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ECE8C-9877-B847-E9B5-93EAFA03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6A0972-C137-DB7C-6636-3C8D93A06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147094-763C-7579-2390-64D17AF2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EDEA92A-AB6F-C00E-B591-485B66BD9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828AD3-890C-EC24-6CD3-22726F6B1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5AC658-4962-3897-ACAA-72060BC8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2761CAA-963B-A4F0-318F-B592FC2E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ABA1035-9FEB-A5B0-01A0-06533772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48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FDC7-FAEC-7247-F1FA-16F1C968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9282CD-0956-B6D1-004F-EDFD8912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0F991A-A0CA-B65B-F2C5-4B8C2C9B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F7EBDF-8E3A-0506-07C5-55141EDE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54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23992D-B227-6804-054D-6753F1A5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A7FF7E-C4C1-35F8-9BEF-7A8CCEA8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B3B257-CF26-ADB0-45D3-A0F01369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64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2D1D0-F9F6-0305-CC8F-EAA8BEE1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3FEC9-7B8D-B882-91E0-DDC388ABB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952EFF-376B-1486-7F87-FE51F19E7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DD2867-DD70-3516-99ED-FD8E163F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874AF9-8356-86D5-B364-BFD55913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9B8D0E-6716-185B-F688-7EAD6C8D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00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3F24F-B7BA-FC41-01CA-9D1AB3140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B6C7FA-AD59-A49D-7417-1733E8A45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D2114F-0626-8E26-B304-6FB348576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83BC5C-DA54-FBD9-6CC9-8C25C382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2256B4-8850-F287-C515-5FB66C1C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EEEF9B-AC3C-29BE-2FE9-18DA322A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13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9A986-7E62-3FF6-8787-F15F6348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0BD875-CE6B-9971-C353-2A1148434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04580-CD8C-6A73-DAA3-228C0013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4779DF-C592-30B1-1681-A3217090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7290D-5139-5606-C0E6-89F1B29D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15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9BBBB1-870C-4D5B-7678-B4B796B99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A7D28A-F303-706A-B286-F7B0C9EA7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383F1-5C78-8A98-5AF4-07D9DBE5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79F2D7-2AF4-4EDB-C7BF-DBFDD742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060D8B-9785-1B4E-2CF0-839EB422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8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C1A3C-BCFE-8CAE-DEB8-7EE41A0C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4F7BA5-5824-1DD0-E59E-E77CB1877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0EF0EA-2D29-AF49-C7ED-B1C7BD136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C1D22-041E-4AA1-AEA0-89C8BCBA50E9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EEDF4-5B62-B3AC-1389-0659D8044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F252D3-A2E5-541F-C985-737AD36BA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82329-F5A1-42CB-8B82-F59FC03AF7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31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C03D6-6AD2-2715-886B-7C88E432A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Estudo de Caso Sistema de Biblioteca Online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C19433-68D5-F4D1-1093-7B8439B3C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Bruno Ventura - RM568316</a:t>
            </a:r>
          </a:p>
          <a:p>
            <a:r>
              <a:rPr lang="pt-BR" dirty="0"/>
              <a:t>Diogo Henrique – RM568541</a:t>
            </a:r>
          </a:p>
          <a:p>
            <a:r>
              <a:rPr lang="pt-BR" dirty="0"/>
              <a:t>Vinicius Nathan - RM567105</a:t>
            </a:r>
          </a:p>
          <a:p>
            <a:r>
              <a:rPr lang="pt-BR" dirty="0" err="1"/>
              <a:t>Venicio</a:t>
            </a:r>
            <a:r>
              <a:rPr lang="pt-BR" dirty="0"/>
              <a:t> – RM568088 </a:t>
            </a:r>
          </a:p>
        </p:txBody>
      </p:sp>
    </p:spTree>
    <p:extLst>
      <p:ext uri="{BB962C8B-B14F-4D97-AF65-F5344CB8AC3E}">
        <p14:creationId xmlns:p14="http://schemas.microsoft.com/office/powerpoint/2010/main" val="397414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C3D23-4636-EF15-2C01-351BE50E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A8B5D-CF4B-8D5D-AA21-B00EDE5A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381109-CA9B-4F50-C05E-06BCB956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 </a:t>
            </a:r>
            <a:r>
              <a:rPr lang="pt-BR" dirty="0"/>
              <a:t>Aos usuários pesquisar o acervo, verificar a disponibilidade de exemplares, realizar reservas e renovar empréstimos</a:t>
            </a:r>
          </a:p>
          <a:p>
            <a:r>
              <a:rPr lang="pt-BR" dirty="0"/>
              <a:t>O sistema deve permitir que os usuários pesquisem livros por diferentes critérios, como título, autor ou ISBN</a:t>
            </a:r>
          </a:p>
          <a:p>
            <a:r>
              <a:rPr lang="pt-BR" dirty="0"/>
              <a:t>Deve exibir a disponibilidade atual de cada livro, indicando se está disponível para empréstimo ou reservado.</a:t>
            </a:r>
          </a:p>
          <a:p>
            <a:r>
              <a:rPr lang="pt-BR" dirty="0"/>
              <a:t>Usuários autenticados devem poder reservar livros online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268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9F256-7B77-5119-142A-F8709758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Funcionais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BC8048-627D-AC90-6495-E350F6961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 </a:t>
            </a:r>
            <a:r>
              <a:rPr lang="pt-BR" dirty="0"/>
              <a:t>O sistema deve estar disponível para acesso 24 horas por dia, 7 dias por semana, com uma disponibilidade mínima de 99,9%.</a:t>
            </a:r>
          </a:p>
          <a:p>
            <a:r>
              <a:rPr lang="pt-BR" dirty="0"/>
              <a:t> Dados pessoais e históricos de empréstimos dos usuários devem ser protegidos por criptografia e acessíveis apenas mediante autenticação segura</a:t>
            </a:r>
          </a:p>
          <a:p>
            <a:r>
              <a:rPr lang="pt-BR" b="1" dirty="0"/>
              <a:t> </a:t>
            </a:r>
            <a:r>
              <a:rPr lang="pt-BR" dirty="0"/>
              <a:t>O sistema deve possibilitar a renovação de empréstimos antes da data de devolução</a:t>
            </a:r>
          </a:p>
          <a:p>
            <a:r>
              <a:rPr lang="pt-BR" dirty="0"/>
              <a:t> As páginas do sistema devem carregar completamente em até 2 segundos para conexões de internet padrão.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9736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B00E2-6A06-968D-D7FD-EA083A7D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 Regras de negócio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77E31C-7932-08D3-83CE-38ED8BB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 </a:t>
            </a:r>
            <a:r>
              <a:rPr lang="pt-BR" dirty="0"/>
              <a:t>Cada usuário pode reservar no máximo 3 livros simultaneamente.</a:t>
            </a:r>
          </a:p>
          <a:p>
            <a:r>
              <a:rPr lang="pt-BR" b="1" dirty="0"/>
              <a:t> </a:t>
            </a:r>
            <a:r>
              <a:rPr lang="pt-BR" dirty="0"/>
              <a:t>Livros reservados devem ser retirados na biblioteca dentro de 48 horas após a confirmação da reserva; caso contrário, a reserva será cancelada automaticamente</a:t>
            </a:r>
          </a:p>
          <a:p>
            <a:r>
              <a:rPr lang="pt-BR" dirty="0"/>
              <a:t> A renovação de um empréstimo só é permitida uma vez por livro e deve ser solicitada antes da data de devolução.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8256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Estudo de Caso Sistema de Biblioteca Online</vt:lpstr>
      <vt:lpstr>Funcionais</vt:lpstr>
      <vt:lpstr>Não Funcionais</vt:lpstr>
      <vt:lpstr> Regras de negócio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Cesar Capella Ventura</dc:creator>
  <cp:lastModifiedBy>Bruno Cesar Capella Ventura</cp:lastModifiedBy>
  <cp:revision>1</cp:revision>
  <dcterms:created xsi:type="dcterms:W3CDTF">2026-02-25T01:40:46Z</dcterms:created>
  <dcterms:modified xsi:type="dcterms:W3CDTF">2026-02-25T01:44:08Z</dcterms:modified>
</cp:coreProperties>
</file>
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l8X+NFVjBqpEbrEsU5Vddb7ZL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5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15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7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0" name="Google Shape;40;p17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3" name="Google Shape;53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54" name="Google Shape;54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Lucas Silva de Sousa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Professor e Tutor Engenharia de Software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Front-end Design e Web Development with JavaScript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Licenciatura em Geografia (IFPA)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Duas pós em Metodologia e Ensino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Pós em Administração de Pessoas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MBA em Segurança da Informação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Pós em Análise e Desenvolvimento de Programas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MBA em Gestão Escolar (USP)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MBA em Engenharia de Software (USP)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175820" y="5440460"/>
            <a:ext cx="6096000" cy="307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linkedin.com/in/lucasss-professor / proflucas.sousa@fiap.com.br</a:t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Desenvolver aplicações web com arquitetura MVC utilizando os padrões da W3C, web semântica e SEO. Através das tecnologias: HTML 5, CSS 3, Javascript, React e Jquery, preparando-se para ser Fullstack Developer através dos conhecimentos de Front-End, fazendo a integração do Front com o Back-End. </a:t>
            </a:r>
            <a:endParaRPr/>
          </a:p>
          <a:p>
            <a: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Além disso, entender a experiência do cliente (Total Experience) e aplicar em projetos reais (Challenge).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Competências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Identificar e aplicar os conceitos básicos da lógica de programação.</a:t>
            </a:r>
            <a:endParaRPr/>
          </a:p>
          <a:p>
            <a: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Aplicar a orientação a objetos com a programação</a:t>
            </a:r>
            <a:endParaRPr/>
          </a:p>
          <a:p>
            <a: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 Criar, planejar e versionar projetos desenvolvidos .</a:t>
            </a:r>
            <a:endParaRPr/>
          </a:p>
          <a:p>
            <a:pPr indent="-3048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 Desenvolvimento de projetos como APIs entre outros aplicando todo conceito de</a:t>
            </a:r>
            <a:endParaRPr/>
          </a:p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programação.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911225" y="412956"/>
            <a:ext cx="11487252" cy="6056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Conteúdo – 1º semestre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Git / Github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Introdução JS – Explicação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Variáveis – Conceitos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Operadores: aritméticos, relacionais, spread, lógicos e incremento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Estruturas de decisão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Estruturas de repetição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String/Console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Math (Randon, Round, Ceil)/Console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Date/Console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Spread / Array 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Objetos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Desestruturação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Funções e seus Tipos/Console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LocalStorage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SessionStorage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911225" y="412956"/>
            <a:ext cx="11487252" cy="6056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Conteúdo – 2º semestre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DOM / Eventos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Eventos de CallBack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nodeJS (instalação, operação básica)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Filter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ReactJS(componentes)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Reduce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Promise / Async / Await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API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4944" y="1761305"/>
            <a:ext cx="6842111" cy="4609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Recomendação de Livros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Diagrama  O conteúdo gerado por IA pode estar incorreto."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3828" y="1218701"/>
            <a:ext cx="3506430" cy="4946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  O conteúdo gerado por IA pode estar incorreto." id="100" name="Google Shape;1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4570" y="1218701"/>
            <a:ext cx="3506429" cy="500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911224" y="867877"/>
            <a:ext cx="615816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 notas semestrais na </a:t>
            </a:r>
            <a:r>
              <a:rPr b="0" i="0" lang="pt-BR" sz="24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FIAP </a:t>
            </a:r>
            <a:r>
              <a:rPr b="0" i="0" lang="pt-BR" sz="2400" u="none" cap="none" strike="noStrik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são compostas: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911226" y="1504319"/>
            <a:ext cx="9609290" cy="3197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68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40% </a:t>
            </a:r>
            <a:r>
              <a:rPr b="0" i="0" lang="pt-B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Project Checkpoint Challenge&amp;Feedback (2 Challenge + </a:t>
            </a:r>
            <a:r>
              <a:rPr b="0" i="0" lang="pt-BR" sz="24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3 Checkpoint</a:t>
            </a:r>
            <a:r>
              <a:rPr b="0" i="0" lang="pt-B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60% </a:t>
            </a:r>
            <a:r>
              <a:rPr b="0" i="0" lang="pt-B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Global Solution (solução de tarefas de Cases reais)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MS1 = (PCC&amp;F x 0.4 + GS x 0.6)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1377271" y="5232232"/>
            <a:ext cx="5829774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ATENÇÃO: CP NÃO TEM SUBSTITUTIVA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911225" y="412956"/>
            <a:ext cx="10822305" cy="529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C1164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9467" y="3907220"/>
            <a:ext cx="4078208" cy="249307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1"/>
          <p:cNvSpPr txBox="1"/>
          <p:nvPr/>
        </p:nvSpPr>
        <p:spPr>
          <a:xfrm>
            <a:off x="911225" y="1072158"/>
            <a:ext cx="9758794" cy="10919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média anual é ponderada, ou seja, os semestres possuem pesos diferentes</a:t>
            </a:r>
            <a:r>
              <a:rPr b="0" i="0" lang="pt-BR" sz="2800" u="none" cap="none" strike="noStrik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670469" y="2277840"/>
            <a:ext cx="7419854" cy="672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68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="0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= (MS1 x 0.4 + MS2 x 0.6)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124" name="Google Shape;124;p12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2024-03-10T03:57:06Z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1046-12.2.0.13489</vt:lpwstr>
  </property>
</Properties>
</file>
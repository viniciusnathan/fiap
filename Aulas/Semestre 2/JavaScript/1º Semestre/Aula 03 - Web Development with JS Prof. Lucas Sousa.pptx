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lGI6vBCi9pO395ef1Eh05JPuS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4105CE-259B-4A97-B49B-3E217EC31F16}">
  <a:tblStyle styleId="{A14105CE-259B-4A97-B49B-3E217EC31F1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DMSans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8" Type="http://customschemas.google.com/relationships/presentationmetadata" Target="metadata"/><Relationship Id="rId27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6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6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26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2025 / versão 1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9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29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lang="pt-BR"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sz="48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59" name="Google Shape;59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</a:pPr>
            <a:r>
              <a:rPr lang="pt-BR"/>
              <a:t>Prompt, console e alert;</a:t>
            </a:r>
            <a:endParaRPr sz="4400"/>
          </a:p>
        </p:txBody>
      </p:sp>
      <p:sp>
        <p:nvSpPr>
          <p:cNvPr id="66" name="Google Shape;66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Prompt</a:t>
            </a:r>
            <a:endParaRPr/>
          </a:p>
        </p:txBody>
      </p:sp>
      <p:sp>
        <p:nvSpPr>
          <p:cNvPr id="72" name="Google Shape;72;p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733268" y="1486172"/>
            <a:ext cx="11019021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prompt()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mostrará ao usuário uma caixa de diálogo para que insira um dado.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definir uma mensagem que aparecerá para o usuário.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valor que retorna é uma string que representa o que o usuário inseriu.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4" name="Google Shape;74;p4"/>
          <p:cNvGraphicFramePr/>
          <p:nvPr/>
        </p:nvGraphicFramePr>
        <p:xfrm>
          <a:off x="838200" y="28913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{A14105CE-259B-4A97-B49B-3E217EC31F16}</a:tableStyleId>
              </a:tblPr>
              <a:tblGrid>
                <a:gridCol w="9879775"/>
              </a:tblGrid>
              <a:tr h="96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nomeInserido </a:t>
                      </a: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Insira seu nome</a:t>
                      </a:r>
                      <a:r>
                        <a:rPr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9434" y="4390831"/>
            <a:ext cx="5854802" cy="235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Console</a:t>
            </a:r>
            <a:endParaRPr/>
          </a:p>
        </p:txBody>
      </p:sp>
      <p:sp>
        <p:nvSpPr>
          <p:cNvPr id="81" name="Google Shape;81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838200" y="1567434"/>
            <a:ext cx="10059651" cy="923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console.log()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 a mensagem que passamos como parâmetro à chamada no console JavaScript do Navegador.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3" name="Google Shape;83;p5"/>
          <p:cNvGraphicFramePr/>
          <p:nvPr/>
        </p:nvGraphicFramePr>
        <p:xfrm>
          <a:off x="838200" y="2857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{A14105CE-259B-4A97-B49B-3E217EC31F16}</a:tableStyleId>
              </a:tblPr>
              <a:tblGrid>
                <a:gridCol w="8220000"/>
              </a:tblGrid>
              <a:tr h="273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Mensagem de teste</a:t>
                      </a:r>
                      <a:r>
                        <a:rPr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b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saudacao </a:t>
                      </a: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Hello, World</a:t>
                      </a:r>
                      <a:r>
                        <a:rPr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sz="2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(saudacao)</a:t>
                      </a:r>
                      <a:endParaRPr sz="2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Console</a:t>
            </a:r>
            <a:endParaRPr/>
          </a:p>
        </p:txBody>
      </p:sp>
      <p:sp>
        <p:nvSpPr>
          <p:cNvPr id="89" name="Google Shape;89;p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838200" y="1600642"/>
            <a:ext cx="10515600" cy="16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Chrome, o console do navegador pode ser acessado da seguinte forma: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botão direito do mouse sobre alguma parte da página (ou no botão F12 do teclado) &gt; Inspecionar &gt; Console.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595396"/>
            <a:ext cx="9866273" cy="1790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Alert</a:t>
            </a:r>
            <a:endParaRPr/>
          </a:p>
        </p:txBody>
      </p:sp>
      <p:sp>
        <p:nvSpPr>
          <p:cNvPr id="97" name="Google Shape;97;p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838200" y="1594453"/>
            <a:ext cx="10269511" cy="923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2400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alert() 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mostrará uma janela sobre a página que estivermos acessando, exibindo a mensagem que for passada como parâmetro à chamada.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9" name="Google Shape;99;p7"/>
          <p:cNvGraphicFramePr/>
          <p:nvPr/>
        </p:nvGraphicFramePr>
        <p:xfrm>
          <a:off x="838200" y="2989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{A14105CE-259B-4A97-B49B-3E217EC31F16}</a:tableStyleId>
              </a:tblPr>
              <a:tblGrid>
                <a:gridCol w="5257800"/>
              </a:tblGrid>
              <a:tr h="88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Olá, Coder!</a:t>
                      </a:r>
                      <a:r>
                        <a:rPr lang="pt-BR" sz="2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100" name="Google Shape;10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823274"/>
            <a:ext cx="6390856" cy="185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Exemplo de script completo</a:t>
            </a:r>
            <a:endParaRPr/>
          </a:p>
        </p:txBody>
      </p:sp>
      <p:sp>
        <p:nvSpPr>
          <p:cNvPr id="106" name="Google Shape;106;p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7" name="Google Shape;107;p8"/>
          <p:cNvSpPr txBox="1"/>
          <p:nvPr/>
        </p:nvSpPr>
        <p:spPr>
          <a:xfrm>
            <a:off x="628963" y="1545022"/>
            <a:ext cx="2339089" cy="20312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é um exemplo de um Script JS rodando em um arquivo HTML.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8" name="Google Shape;108;p8"/>
          <p:cNvGraphicFramePr/>
          <p:nvPr/>
        </p:nvGraphicFramePr>
        <p:xfrm>
          <a:off x="3177916" y="13286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{A14105CE-259B-4A97-B49B-3E217EC31F16}</a:tableStyleId>
              </a:tblPr>
              <a:tblGrid>
                <a:gridCol w="8394500"/>
              </a:tblGrid>
              <a:tr h="373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DOCTYPE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&gt;Meu primeiro App&lt;/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entrada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Insira uma letra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saida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entrada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inserida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(saída);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&lt;/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body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&lt;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h2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&gt;Esta página contém um app&lt;/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h2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body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Parse</a:t>
            </a:r>
            <a:endParaRPr/>
          </a:p>
        </p:txBody>
      </p:sp>
      <p:sp>
        <p:nvSpPr>
          <p:cNvPr id="114" name="Google Shape;114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" name="Google Shape;115;p9"/>
          <p:cNvSpPr txBox="1"/>
          <p:nvPr/>
        </p:nvSpPr>
        <p:spPr>
          <a:xfrm>
            <a:off x="838200" y="1373588"/>
            <a:ext cx="11078980" cy="24006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Usamos o prompt() para solicitar dados ao usuário e console.log() ou alert() para mostrar o resultado das operações realizadas com esses dados.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dados que recebemos são sempre considerados string.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Portanto, para trabalhar com números é preciso fazer uma conversão usando parseInt() ou parseFloat().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6" name="Google Shape;116;p9"/>
          <p:cNvGraphicFramePr/>
          <p:nvPr/>
        </p:nvGraphicFramePr>
        <p:xfrm>
          <a:off x="988259" y="42071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{A14105CE-259B-4A97-B49B-3E217EC31F16}</a:tableStyleId>
              </a:tblPr>
              <a:tblGrid>
                <a:gridCol w="8575475"/>
              </a:tblGrid>
              <a:tr h="103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valorString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Insira um número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valorNumerico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parseInt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(valorString);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22" name="Google Shape;122;p10"/>
          <p:cNvGrpSpPr/>
          <p:nvPr/>
        </p:nvGrpSpPr>
        <p:grpSpPr>
          <a:xfrm>
            <a:off x="937425" y="524979"/>
            <a:ext cx="596663" cy="596663"/>
            <a:chOff x="974706" y="2467173"/>
            <a:chExt cx="738900" cy="738900"/>
          </a:xfrm>
        </p:grpSpPr>
        <p:sp>
          <p:nvSpPr>
            <p:cNvPr id="123" name="Google Shape;123;p1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C11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4" name="Google Shape;124;p10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5" name="Google Shape;125;p10"/>
          <p:cNvSpPr txBox="1"/>
          <p:nvPr/>
        </p:nvSpPr>
        <p:spPr>
          <a:xfrm>
            <a:off x="1060650" y="1513939"/>
            <a:ext cx="4987200" cy="8494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pt-BR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praticar</a:t>
            </a:r>
            <a:endParaRPr b="1" sz="4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0"/>
          <p:cNvSpPr txBox="1"/>
          <p:nvPr/>
        </p:nvSpPr>
        <p:spPr>
          <a:xfrm>
            <a:off x="1046472" y="2697229"/>
            <a:ext cx="9566564" cy="20312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mesmo arquivo que criamos, siga as seguintes instruções: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Utilizando o prompt, receba 2 números do usuário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Realize a soma desses 2 números e exiba o resultado no console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Realize o produto desses 2 números e exiba o resultado no alert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0"/>
          <p:cNvSpPr txBox="1"/>
          <p:nvPr/>
        </p:nvSpPr>
        <p:spPr>
          <a:xfrm>
            <a:off x="1594049" y="540938"/>
            <a:ext cx="3821332" cy="6155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ATIVIDADE EM SALA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</a:pPr>
            <a:r>
              <a:rPr lang="pt-BR"/>
              <a:t>Revisão de Git e Github</a:t>
            </a:r>
            <a:endParaRPr/>
          </a:p>
        </p:txBody>
      </p:sp>
      <p:sp>
        <p:nvSpPr>
          <p:cNvPr id="133" name="Google Shape;133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2268891" y="751787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5400" u="none" cap="none" strike="noStrike">
                <a:solidFill>
                  <a:srgbClr val="EAFF6A"/>
                </a:solidFill>
                <a:latin typeface="Arial"/>
                <a:ea typeface="Arial"/>
                <a:cs typeface="Arial"/>
                <a:sym typeface="Arial"/>
              </a:rPr>
              <a:t>Comandos</a:t>
            </a:r>
            <a:endParaRPr b="0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942806" y="1952253"/>
            <a:ext cx="10254846" cy="35824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idact Gothic"/>
              <a:buChar char="✓"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git init:</a:t>
            </a:r>
            <a:r>
              <a:rPr b="1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indicar que nesse diretório, onde executamos o comando, será criado um repositório para ser usado com o GIT.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idact Gothic"/>
              <a:buChar char="✓"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git status:</a:t>
            </a:r>
            <a:r>
              <a:rPr b="0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para verificar o status do nosso repositório.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idact Gothic"/>
              <a:buChar char="✓"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git add .:</a:t>
            </a:r>
            <a:r>
              <a:rPr b="0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adicionar todos os arquivos criados, modificados ou eliminados ao estágio 2 (Staging area).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idact Gothic"/>
              <a:buChar char="✓"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git commit -m “Mensagem”:</a:t>
            </a:r>
            <a:r>
              <a:rPr b="1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envio das alterações para o repositório, no estágio 3.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idact Gothic"/>
              <a:buChar char="✓"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git log --oneline:</a:t>
            </a:r>
            <a:r>
              <a:rPr b="0" i="0" lang="pt-BR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para visualizar os commits realizados.</a:t>
            </a:r>
            <a:endParaRPr b="1" i="0" sz="2400" u="none" cap="none" strike="noStrike">
              <a:solidFill>
                <a:srgbClr val="000000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1324806" y="897422"/>
            <a:ext cx="8883495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5400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Comandos para o GitHub</a:t>
            </a:r>
            <a:endParaRPr b="0" i="0" sz="5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740602" y="2376985"/>
            <a:ext cx="10710795" cy="23082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idact Gothic"/>
              <a:buChar char="✓"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git push:</a:t>
            </a:r>
            <a:r>
              <a:rPr b="0" i="0" lang="pt-BR" sz="2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para enviar os commits para o GitHub</a:t>
            </a:r>
            <a:endParaRPr b="0" i="0" sz="2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idact Gothic"/>
              <a:buChar char="✓"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git pull:</a:t>
            </a:r>
            <a:r>
              <a:rPr b="0" i="0" lang="pt-BR" sz="2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para buscar os commits que já foram feitos</a:t>
            </a:r>
            <a:endParaRPr b="0" i="0" sz="2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idact Gothic"/>
              <a:buChar char="✓"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git clone:</a:t>
            </a:r>
            <a:r>
              <a:rPr b="0" i="0" lang="pt-BR" sz="2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para baixar um repositório do GitHub para o seu computador</a:t>
            </a:r>
            <a:endParaRPr b="0" i="0" sz="24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idact Gothic"/>
              <a:buChar char="✓"/>
            </a:pPr>
            <a:r>
              <a:rPr b="1" i="0" lang="pt-BR" sz="2400" u="none" cap="none" strike="noStrik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git remote add origin:</a:t>
            </a:r>
            <a:r>
              <a:rPr b="1" i="0" lang="pt-BR" sz="2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pt-BR" sz="2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para vincular seu projeto local com um repositório do GitHub</a:t>
            </a:r>
            <a:endParaRPr b="1" i="0" sz="2400" u="none" cap="none" strike="noStrike">
              <a:solidFill>
                <a:srgbClr val="000000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1693130" y="181840"/>
            <a:ext cx="8141100" cy="1396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1" lang="pt-BR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itHub Pages</a:t>
            </a:r>
            <a:endParaRPr b="1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19"/>
          <p:cNvCxnSpPr>
            <a:endCxn id="155" idx="2"/>
          </p:cNvCxnSpPr>
          <p:nvPr/>
        </p:nvCxnSpPr>
        <p:spPr>
          <a:xfrm>
            <a:off x="3086630" y="3101128"/>
            <a:ext cx="5354100" cy="42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19"/>
          <p:cNvSpPr/>
          <p:nvPr/>
        </p:nvSpPr>
        <p:spPr>
          <a:xfrm>
            <a:off x="4472652" y="2842828"/>
            <a:ext cx="525000" cy="525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6490154" y="2865869"/>
            <a:ext cx="525000" cy="525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1838137" y="3652228"/>
            <a:ext cx="17691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Acesse </a:t>
            </a:r>
            <a:r>
              <a:rPr b="0" i="0" lang="pt-B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seu repositório no GitHub e vá em “Settings”.</a:t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3853156" y="3652228"/>
            <a:ext cx="17691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Clique </a:t>
            </a:r>
            <a:r>
              <a:rPr b="0" i="0" lang="pt-B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em “Pages”.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784337" y="3652228"/>
            <a:ext cx="18528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branch que será publicada (master ou main).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2561479" y="2842828"/>
            <a:ext cx="525000" cy="525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8440730" y="2842828"/>
            <a:ext cx="525000" cy="5250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7785262" y="3652228"/>
            <a:ext cx="243803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Salve</a:t>
            </a:r>
            <a:r>
              <a:rPr b="0" i="0" lang="pt-B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as alterações. O GitHub irá publicar sua página e disponibilizar o link de acesso.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2652100" y="2781978"/>
            <a:ext cx="343800" cy="677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4571137" y="2781978"/>
            <a:ext cx="343800" cy="677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6580812" y="2822118"/>
            <a:ext cx="343800" cy="677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8531462" y="2781978"/>
            <a:ext cx="343800" cy="6770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1776310" y="1659979"/>
            <a:ext cx="7930956" cy="7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GitHub lhe permite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publicar seus projetos na internet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Para gerar uma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page, você deve: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73" name="Google Shape;173;p20"/>
          <p:cNvGrpSpPr/>
          <p:nvPr/>
        </p:nvGrpSpPr>
        <p:grpSpPr>
          <a:xfrm>
            <a:off x="4926920" y="814290"/>
            <a:ext cx="1358801" cy="1358801"/>
            <a:chOff x="5323100" y="2467173"/>
            <a:chExt cx="738900" cy="738900"/>
          </a:xfrm>
        </p:grpSpPr>
        <p:sp>
          <p:nvSpPr>
            <p:cNvPr id="174" name="Google Shape;174;p20"/>
            <p:cNvSpPr/>
            <p:nvPr/>
          </p:nvSpPr>
          <p:spPr>
            <a:xfrm>
              <a:off x="5323100" y="2467173"/>
              <a:ext cx="738900" cy="738900"/>
            </a:xfrm>
            <a:prstGeom prst="ellipse">
              <a:avLst/>
            </a:prstGeom>
            <a:solidFill>
              <a:srgbClr val="393B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5" name="Google Shape;175;p20" title="ícono de desafío complementari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70107" y="2622261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" name="Google Shape;176;p20"/>
          <p:cNvSpPr txBox="1"/>
          <p:nvPr/>
        </p:nvSpPr>
        <p:spPr>
          <a:xfrm>
            <a:off x="2495621" y="2403497"/>
            <a:ext cx="6363566" cy="16804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pt-BR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 algoritmo</a:t>
            </a:r>
            <a:endParaRPr b="1"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JS simples</a:t>
            </a:r>
            <a:endParaRPr b="1" sz="5400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722815" y="3917727"/>
            <a:ext cx="4179568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DESAFIO COMPLEMENTAR</a:t>
            </a:r>
            <a:endParaRPr b="0" i="0" sz="20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624204" y="2141110"/>
            <a:ext cx="4909476" cy="3970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Exemplos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DM Sans"/>
              <a:buChar char="✓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Solicitar o nome pelo prompt e mostrá-lo em console junto a algum texto de saudação. Exemplo: Olá, João!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DM Sans"/>
              <a:buChar char="✓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Solicitar um número pelo prompt, parseá-lo, somá-lo a outro que esteja armazenado em uma variável e, por fim, mostrar o resultado por console.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DM Sans"/>
              <a:buChar char="✓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Solicitar um texto pelo prompt, depois outro, concatená-los e mostrar o resultado através de alert.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707464" y="2119867"/>
            <a:ext cx="5676898" cy="43703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Char char="✓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um script em JS que solicite ao usuário que insira no mínimo um dado do tipo texto e outro do tipo numérico.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Char char="✓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seguida, com JavaScript, realize operações matemáticas ou de concatenação sobre as entradas, considerando o tipo de dado.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M Sans"/>
              <a:buChar char="✓"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 finalizar, mostre os resultados por meio de alert() ou console.log().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✓"/>
            </a:pP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 do código no GitHub e da publicação no GitHubPages.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880235" y="1292617"/>
            <a:ext cx="7310100" cy="7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um algoritmo JS simples</a:t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21"/>
          <p:cNvGrpSpPr/>
          <p:nvPr/>
        </p:nvGrpSpPr>
        <p:grpSpPr>
          <a:xfrm>
            <a:off x="1003796" y="556716"/>
            <a:ext cx="695731" cy="695731"/>
            <a:chOff x="5323100" y="2467173"/>
            <a:chExt cx="738900" cy="738900"/>
          </a:xfrm>
        </p:grpSpPr>
        <p:sp>
          <p:nvSpPr>
            <p:cNvPr id="187" name="Google Shape;187;p21"/>
            <p:cNvSpPr/>
            <p:nvPr/>
          </p:nvSpPr>
          <p:spPr>
            <a:xfrm>
              <a:off x="5323100" y="2467173"/>
              <a:ext cx="738900" cy="738900"/>
            </a:xfrm>
            <a:prstGeom prst="ellipse">
              <a:avLst/>
            </a:prstGeom>
            <a:solidFill>
              <a:srgbClr val="393B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8" name="Google Shape;188;p21" title="ícono de desafío complementari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70107" y="2622261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" name="Google Shape;189;p21"/>
          <p:cNvSpPr txBox="1"/>
          <p:nvPr/>
        </p:nvSpPr>
        <p:spPr>
          <a:xfrm>
            <a:off x="1837945" y="653583"/>
            <a:ext cx="4206080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 COMPLEMENTAR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/>
              <a:t>https://developer.mozilla.org/pt-BR/docs/Web/JavaScript</a:t>
            </a:r>
            <a:endParaRPr/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lang="pt-BR"/>
              <a:t>https://www.w3schools.com/js/</a:t>
            </a:r>
            <a:endParaRPr/>
          </a:p>
        </p:txBody>
      </p:sp>
      <p:sp>
        <p:nvSpPr>
          <p:cNvPr id="196" name="Google Shape;196;p2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202" name="Google Shape;202;p23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2022-12-26T16:03:00Z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1046-12.2.0.13489</vt:lpwstr>
  </property>
</Properties>
</file>
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experiência da sua vinheria pode ir além das paredes físicas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consumidor mudou. A forma de comprar vinho também evoluiu.</a:t>
            </a:r>
          </a:p>
          <a:p>
            <a:pPr lvl="1"/>
            <a:r>
              <a:t>Se o cliente pode comprar qualquer vinho online,</a:t>
            </a:r>
          </a:p>
          <a:p>
            <a:pPr lvl="1"/>
            <a:r>
              <a:t>por que ele escolheria a sua vinheria?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desafio: levar a experiência especializada para o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loja física oferece atendimento personalizado e curadoria especializada.</a:t>
            </a:r>
          </a:p>
          <a:p>
            <a:pPr lvl="1"/>
            <a:r>
              <a:t>No online, o cliente se sente inseguro e compra apenas por preço.</a:t>
            </a:r>
          </a:p>
          <a:p>
            <a:pPr lvl="1"/>
            <a:r>
              <a:t>Como reproduzir essa experiência consultiva no mundo virtual?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solução: um e-commerce consultivo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apenas uma loja online, mas uma experiência guiada.</a:t>
            </a:r>
          </a:p>
          <a:p>
            <a:pPr lvl="1"/>
            <a:r>
              <a:t>Explicação simplificada dos rótulos.</a:t>
            </a:r>
          </a:p>
          <a:p>
            <a:pPr lvl="1"/>
            <a:r>
              <a:t>Sugestões automáticas e filtros inteligentes (uva, país, ocasião).</a:t>
            </a:r>
          </a:p>
          <a:p>
            <a:pPr lvl="1"/>
            <a:r>
              <a:t>Educação + venda para aumentar confiança e ticket médio.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Ecossistema digital integrado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web e aplicativo com pagamento integrado.</a:t>
            </a:r>
          </a:p>
          <a:p>
            <a:pPr lvl="1"/>
            <a:r>
              <a:t>Experiência omnichannel (site, app e WhatsApp).</a:t>
            </a:r>
          </a:p>
          <a:p>
            <a:pPr lvl="1"/>
            <a:r>
              <a:t>Jornada completa: descoberta, compra e relacionamento.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Diferenciais estratégicos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Curadoria especializada digitalizada.</a:t>
            </a:r>
          </a:p>
          <a:p>
            <a:pPr lvl="1"/>
            <a:r>
              <a:t>Leitura do rótulo traduzida em linguagem simples.</a:t>
            </a:r>
          </a:p>
          <a:p>
            <a:pPr lvl="1"/>
            <a:r>
              <a:t>Experiência personalizada baseada no perfil do cliente.</a:t>
            </a:r>
          </a:p>
          <a:p>
            <a:pPr lvl="1"/>
            <a:r>
              <a:t>IA como assistente de vendas para apoiar decisões.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
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9" autoAdjust="0"/>
    <p:restoredTop sz="94673"/>
  </p:normalViewPr>
  <p:slideViewPr>
    <p:cSldViewPr snapToGrid="0" showGuides="1">
      <p:cViewPr>
        <p:scale>
          <a:sx n="150" d="100"/>
          <a:sy n="150" d="100"/>
        </p:scale>
        <p:origin x="640" y="-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23A90-FD97-BB05-50D7-C9CC4E9BC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82053B-25C1-FBC5-E82B-48DC1D91D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C91675-9085-73B3-9393-602D9455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5DC5C6-0AFC-C786-9EE7-BAB671C2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965208-0189-7163-25DD-76DE848D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985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F2568-251E-439A-943E-F9120A8C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00638-7666-2F26-D9EB-73A7F34E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AA86C0-D5AB-E2D2-93D6-880685B4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9F4AE-2C02-779C-30AE-1D826D73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8D3B47-60F2-B22F-A4A3-B60B4FF3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996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000B4-BD9D-E279-BE50-EEA5913A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603571-DCF1-1FEA-298A-5E120D835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52F6C2-E0A0-6BF9-D8D3-B759C0DD6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3B56AC-1844-4B4A-247F-7BB1F0DE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9F17E-4C91-BE86-30E0-79D3CAAD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77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ABC4A-3063-C3A9-5E83-D3DBD96B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A4BB0E-55B8-D661-4DF1-1699FF7E6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A49CCE-5E0C-8A15-A0B6-052EFAAB5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12DA92-8480-4FF4-AD0C-E8C5526C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0AF893-FEF4-914E-502D-CC6279C8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380FFF-5E17-7CB5-B76A-E531E1B8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20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8312-DEB2-3197-F6CD-0685D894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BDD49D-ACC0-2BBF-45B6-3DFCAE716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8A99EA-26CA-C06B-5F98-A5A4F9E73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D67146-6493-B076-C4DB-2737F44D7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F6A8B1-A388-0A75-2329-556A4C389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8D12D70-AC34-C3E9-891C-1992EA65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4BB94A6-04C9-98C5-3623-A0DDB5EA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F93E85-2478-A017-CBE0-D7D26F21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54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2D346-352B-6D90-4669-8B4AFA48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1A8BD8-64EA-FE4C-4737-7FA9158B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691033-2D53-16D5-A389-18DEEFD6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3DE107-65EA-4C85-9CCC-599FF7D2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662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910148-9C3D-10D7-6B82-3B9A1892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3606E4D-E606-5F59-1F65-2DFDD4C6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622326-FC04-25BE-E89F-1D5F89C2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79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943F6-9419-5A5F-9D63-5380BC0E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35AC85-DE9F-6077-3B77-398420AC6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EA0299-17A9-3BDC-59F8-C6AAE1E74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AF7942-D46B-BB13-AB3F-6623881C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49EB98-686B-B825-4BF2-F905FBAF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46D0BB-1202-CDA0-E12E-FFE5685B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45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624A2-F025-6B1C-4055-F1240C87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F9214D-87FE-FDA5-FCEE-3FC25C346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9754F4-B007-1004-8608-57B113819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6B8860-1B13-6068-2FC9-90984CF0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96DAD8-717C-8B2B-850C-35E715DB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E1133A-6602-7734-6527-6645FE6A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63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BE19E-C5E3-F85C-53D2-C0389BF4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64040D-7DC6-45DC-017A-33C9D2692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F431AA-BADC-AE21-EA91-BB1BA7E7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A8F909-8CEA-288F-F377-1725827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9EA9A-D6DB-710E-52D6-A66E8707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99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AC7E2A-EAED-6C7E-9AA0-EFFCE4481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052380-2BF8-B2A7-E38A-6140631B1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8726FA-B2DA-CF07-27FE-9A93048A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70C6C9-61F2-0EAF-635B-B7875660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04877-535A-B111-EB46-7288E47F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62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AE38FC-3561-D2F3-9DE6-601818898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5A775D-A90F-FB85-4A0D-A46E83695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868B04-98F1-CDC9-5880-15604DB76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166C5-26DF-4DC3-80F6-777F66969DB8}" type="datetimeFigureOut">
              <a:rPr lang="pt-BR" smtClean="0"/>
              <a:t>14/10/2025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14A233-6066-EE0C-4319-3002E4853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28AAD6-C2C6-ABA9-0FC9-44E0444B9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83126-EA98-4115-AC4C-214FE3475C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25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1D183-B15D-D3EB-6519-B35918578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01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ATIVIDADE MAPA </a:t>
            </a:r>
            <a:r>
              <a:rPr lang="pt-BR">
                <a:solidFill>
                  <a:schemeClr val="bg1"/>
                </a:solidFill>
              </a:rPr>
              <a:t>DE EMPATIA</a:t>
            </a:r>
            <a:br>
              <a:rPr lang="pt-BR">
                <a:solidFill>
                  <a:schemeClr val="bg1"/>
                </a:solidFill>
              </a:rPr>
            </a:br>
            <a:br>
              <a:rPr lang="pt-BR">
                <a:solidFill>
                  <a:schemeClr val="bg1"/>
                </a:solidFill>
              </a:rPr>
            </a:br>
            <a:r>
              <a:rPr lang="pt-BR">
                <a:solidFill>
                  <a:schemeClr val="bg1"/>
                </a:solidFill>
              </a:rPr>
              <a:t>VINHERIA AGNELO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44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9939D24-B678-7FF3-88BE-841F860A5E37}"/>
              </a:ext>
            </a:extLst>
          </p:cNvPr>
          <p:cNvSpPr txBox="1"/>
          <p:nvPr/>
        </p:nvSpPr>
        <p:spPr>
          <a:xfrm>
            <a:off x="1285875" y="1381125"/>
            <a:ext cx="59763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NOME: Vinicius Nathan  			RM: 567105</a:t>
            </a:r>
          </a:p>
          <a:p>
            <a:r>
              <a:rPr lang="pt-BR" dirty="0"/>
              <a:t>NOME: Bruno Cesar 			RM: 568316</a:t>
            </a:r>
          </a:p>
          <a:p>
            <a:r>
              <a:rPr lang="pt-BR" dirty="0"/>
              <a:t>NOME: </a:t>
            </a:r>
            <a:r>
              <a:rPr lang="pt-BR" dirty="0" err="1"/>
              <a:t>Venicio</a:t>
            </a:r>
            <a:r>
              <a:rPr lang="pt-BR" dirty="0"/>
              <a:t>				RM</a:t>
            </a:r>
            <a:r>
              <a:rPr lang="pt-BR"/>
              <a:t>: 568088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01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1E177CA9-950A-B6E8-C4AE-B2A3B2A5A7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t="571" b="1621"/>
          <a:stretch/>
        </p:blipFill>
        <p:spPr>
          <a:xfrm>
            <a:off x="13" y="26911"/>
            <a:ext cx="12191987" cy="685671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4552D3E-1D2E-D787-BBC5-2CE1D27C87DA}"/>
              </a:ext>
            </a:extLst>
          </p:cNvPr>
          <p:cNvSpPr/>
          <p:nvPr/>
        </p:nvSpPr>
        <p:spPr>
          <a:xfrm>
            <a:off x="1401839" y="-87261"/>
            <a:ext cx="994228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Ana, 29 anos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D14217-4A39-BF93-547E-634D3981F68B}"/>
              </a:ext>
            </a:extLst>
          </p:cNvPr>
          <p:cNvSpPr/>
          <p:nvPr/>
        </p:nvSpPr>
        <p:spPr>
          <a:xfrm>
            <a:off x="2890761" y="-144382"/>
            <a:ext cx="994228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Gosta de beber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15E578D-842E-8CC9-2ECF-ABA60EB7B0DA}"/>
              </a:ext>
            </a:extLst>
          </p:cNvPr>
          <p:cNvSpPr/>
          <p:nvPr/>
        </p:nvSpPr>
        <p:spPr>
          <a:xfrm>
            <a:off x="4617927" y="-79659"/>
            <a:ext cx="994228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Pais introduziram ao mundo dos vinhos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7F5553-401E-CC61-5D39-AB11ACEAE4B5}"/>
              </a:ext>
            </a:extLst>
          </p:cNvPr>
          <p:cNvSpPr/>
          <p:nvPr/>
        </p:nvSpPr>
        <p:spPr>
          <a:xfrm>
            <a:off x="4948773" y="771748"/>
            <a:ext cx="1329850" cy="92158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Ela está lidando com a pressão de um projeto com prazo apertado e também com problemas pessoais.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64BB52D-1CE5-9D4E-CC37-A98597B8D248}"/>
              </a:ext>
            </a:extLst>
          </p:cNvPr>
          <p:cNvSpPr/>
          <p:nvPr/>
        </p:nvSpPr>
        <p:spPr>
          <a:xfrm>
            <a:off x="8005789" y="195149"/>
            <a:ext cx="994228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Curto prazo: Experimentar vinhos nacionais reconhecidos/premiados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0D41EA1-8376-A8E8-FBF9-4512C610A4D9}"/>
              </a:ext>
            </a:extLst>
          </p:cNvPr>
          <p:cNvSpPr/>
          <p:nvPr/>
        </p:nvSpPr>
        <p:spPr>
          <a:xfrm>
            <a:off x="2396067" y="941082"/>
            <a:ext cx="994228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Animada, em busca de novas experiências, curiosa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790E185-8B06-D6D4-4DC9-12054A37DC3A}"/>
              </a:ext>
            </a:extLst>
          </p:cNvPr>
          <p:cNvSpPr/>
          <p:nvPr/>
        </p:nvSpPr>
        <p:spPr>
          <a:xfrm>
            <a:off x="3581099" y="839481"/>
            <a:ext cx="994228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Ela é a líder do projeto e está tentando equilibrar as responsabilidades profissionais com as dificuldades pessoais.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3AA7E6-F9D2-6993-71ED-539E16B290A4}"/>
              </a:ext>
            </a:extLst>
          </p:cNvPr>
          <p:cNvSpPr/>
          <p:nvPr/>
        </p:nvSpPr>
        <p:spPr>
          <a:xfrm>
            <a:off x="8828743" y="-201713"/>
            <a:ext cx="994228" cy="150665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Longo prazo: Equilibrar a vida pessoal com a profissional, encontrando seus amigos de infância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0E10E7-05AD-6FE6-5269-230A65D4BDE4}"/>
              </a:ext>
            </a:extLst>
          </p:cNvPr>
          <p:cNvSpPr/>
          <p:nvPr/>
        </p:nvSpPr>
        <p:spPr>
          <a:xfrm>
            <a:off x="6601295" y="59682"/>
            <a:ext cx="1404494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Ana precisa organizar sua vida pessoal e profissional, ganhar estabilidade emocional e financeira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2FA7CEB-823A-C3FF-1F5F-AFDDC3C59DE2}"/>
              </a:ext>
            </a:extLst>
          </p:cNvPr>
          <p:cNvSpPr/>
          <p:nvPr/>
        </p:nvSpPr>
        <p:spPr>
          <a:xfrm>
            <a:off x="7239907" y="1259953"/>
            <a:ext cx="1760110" cy="98386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Ana precisa de um trabalho que traga propósito e segurança. Ela busca algo que vá além do salário: um ambiente saudável, onde possa crescer e se desenvolver.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26C06E1-C85E-441F-0DF6-154D39A1CC1F}"/>
              </a:ext>
            </a:extLst>
          </p:cNvPr>
          <p:cNvSpPr/>
          <p:nvPr/>
        </p:nvSpPr>
        <p:spPr>
          <a:xfrm>
            <a:off x="9822971" y="-218986"/>
            <a:ext cx="1239796" cy="91311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Quando ela estiver em paz com suas escolhas, sentindo-se realizada e segura com seu caminho.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92381F6-BA69-8083-C121-D7D689CAB9E3}"/>
              </a:ext>
            </a:extLst>
          </p:cNvPr>
          <p:cNvSpPr/>
          <p:nvPr/>
        </p:nvSpPr>
        <p:spPr>
          <a:xfrm>
            <a:off x="3898732" y="3768163"/>
            <a:ext cx="1417562" cy="56202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Deseja ser reconhecida pelo que faz e pelo que é.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5C49DE3-4A32-23DB-809D-6545DF770F63}"/>
              </a:ext>
            </a:extLst>
          </p:cNvPr>
          <p:cNvSpPr/>
          <p:nvPr/>
        </p:nvSpPr>
        <p:spPr>
          <a:xfrm>
            <a:off x="6180389" y="1914814"/>
            <a:ext cx="1417562" cy="77915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Quer conquistar autonomia e estabilidade emocional e financeira.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13BFD24-35EC-6968-5110-D6B19E2BE4B8}"/>
              </a:ext>
            </a:extLst>
          </p:cNvPr>
          <p:cNvSpPr/>
          <p:nvPr/>
        </p:nvSpPr>
        <p:spPr>
          <a:xfrm>
            <a:off x="9734088" y="5876360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Buscar sempre o equilíbrio entre vida pessoal, social e profissional.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1A6AA37-41AB-CCD5-3D64-3ECD04C43A11}"/>
              </a:ext>
            </a:extLst>
          </p:cNvPr>
          <p:cNvSpPr/>
          <p:nvPr/>
        </p:nvSpPr>
        <p:spPr>
          <a:xfrm>
            <a:off x="10501375" y="2169715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Vê amigos e conhecidos também inseguros ou frustrados, alguns conseguindo estabilidade, outros ainda perdidos como ela.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2D43E40-11A6-CF44-4990-4F94A5238FDA}"/>
              </a:ext>
            </a:extLst>
          </p:cNvPr>
          <p:cNvSpPr/>
          <p:nvPr/>
        </p:nvSpPr>
        <p:spPr>
          <a:xfrm>
            <a:off x="10965242" y="744933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chemeClr val="tx1"/>
                </a:solidFill>
              </a:rPr>
              <a:t>vê muita concorrência e falta de oportunidades reais para quem está começando. Vê exigências altas para pouca valorização.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1F8DCBE-B15B-452F-6BE0-7E8EFFF7FE33}"/>
              </a:ext>
            </a:extLst>
          </p:cNvPr>
          <p:cNvSpPr/>
          <p:nvPr/>
        </p:nvSpPr>
        <p:spPr>
          <a:xfrm>
            <a:off x="9519081" y="1079558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Falta de lojas com atendimento especializado especializadas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B50623-61D4-45D5-AA21-ECDA8D4A8E2A}"/>
              </a:ext>
            </a:extLst>
          </p:cNvPr>
          <p:cNvSpPr/>
          <p:nvPr/>
        </p:nvSpPr>
        <p:spPr>
          <a:xfrm>
            <a:off x="7750048" y="2344421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Muitas opções de diversos preços, mas pouca informação detalhada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0840B2E-54F0-37D6-6E00-6EADEFFD0950}"/>
              </a:ext>
            </a:extLst>
          </p:cNvPr>
          <p:cNvSpPr/>
          <p:nvPr/>
        </p:nvSpPr>
        <p:spPr>
          <a:xfrm>
            <a:off x="9083813" y="2364582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Ela vê amigos e familiares realizando compras online com preços mais competitivos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251D841-4C64-3774-E1F4-DBC964ADC4CE}"/>
              </a:ext>
            </a:extLst>
          </p:cNvPr>
          <p:cNvSpPr/>
          <p:nvPr/>
        </p:nvSpPr>
        <p:spPr>
          <a:xfrm>
            <a:off x="892639" y="5773248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Tomar decisões importantes sobre sua vida pessoal, como o passo de morar junto.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00693C5-0CD9-27B1-696E-0CE4BB4DA9AD}"/>
              </a:ext>
            </a:extLst>
          </p:cNvPr>
          <p:cNvSpPr/>
          <p:nvPr/>
        </p:nvSpPr>
        <p:spPr>
          <a:xfrm>
            <a:off x="3362005" y="4763592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Mantém uma vida ativa para se sentir equilibrada e saudável.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3E802CB-FBDE-9E89-1C8D-CD4DE7FB3519}"/>
              </a:ext>
            </a:extLst>
          </p:cNvPr>
          <p:cNvSpPr/>
          <p:nvPr/>
        </p:nvSpPr>
        <p:spPr>
          <a:xfrm>
            <a:off x="9131869" y="4707541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solidFill>
                  <a:schemeClr val="tx1"/>
                </a:solidFill>
              </a:rPr>
              <a:t>Ter uma vida ativa me faz sentir mais viva e equilibrada.</a:t>
            </a:r>
          </a:p>
          <a:p>
            <a:r>
              <a:rPr lang="pt-BR" sz="1000" dirty="0">
                <a:solidFill>
                  <a:schemeClr val="tx1"/>
                </a:solidFill>
              </a:rPr>
              <a:t>Amo viajar, conhecer novas culturas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A355355-C85A-0C6F-A98A-62EE3B524AF2}"/>
              </a:ext>
            </a:extLst>
          </p:cNvPr>
          <p:cNvSpPr/>
          <p:nvPr/>
        </p:nvSpPr>
        <p:spPr>
          <a:xfrm>
            <a:off x="10760210" y="3523716"/>
            <a:ext cx="165252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solidFill>
                  <a:schemeClr val="tx1"/>
                </a:solidFill>
              </a:rPr>
              <a:t>Estou buscando mais autoconhecimento e qualidade de vida.</a:t>
            </a:r>
          </a:p>
          <a:p>
            <a:r>
              <a:rPr lang="pt-BR" sz="1000" dirty="0">
                <a:solidFill>
                  <a:schemeClr val="tx1"/>
                </a:solidFill>
              </a:rPr>
              <a:t>Acredito que cada desafio é uma chance de crescer.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0E5C00D-EA18-0DD1-7291-FF6C95ECFDE1}"/>
              </a:ext>
            </a:extLst>
          </p:cNvPr>
          <p:cNvSpPr/>
          <p:nvPr/>
        </p:nvSpPr>
        <p:spPr>
          <a:xfrm>
            <a:off x="7996451" y="3778448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“Uma taça de vinho por dia faz bem para o coração”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12287BB-05C2-5000-C648-6B45FBD6428D}"/>
              </a:ext>
            </a:extLst>
          </p:cNvPr>
          <p:cNvSpPr/>
          <p:nvPr/>
        </p:nvSpPr>
        <p:spPr>
          <a:xfrm>
            <a:off x="9330216" y="3435483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Após um dia longo de trabalho, gosto de tomar uma taça e colocar minha leitura em dia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B014FED-4766-0E85-BE28-C24B98FE6234}"/>
              </a:ext>
            </a:extLst>
          </p:cNvPr>
          <p:cNvSpPr/>
          <p:nvPr/>
        </p:nvSpPr>
        <p:spPr>
          <a:xfrm>
            <a:off x="10701831" y="4912662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Gosto de vinhos complexos, indicações do meu api, mas tenho dificuldade de encontrar por contra própria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D5F355D-D78E-E2A2-B234-DEE202F9E725}"/>
              </a:ext>
            </a:extLst>
          </p:cNvPr>
          <p:cNvSpPr/>
          <p:nvPr/>
        </p:nvSpPr>
        <p:spPr>
          <a:xfrm>
            <a:off x="2366773" y="2139352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Sua família elogia ela pelo esforço como uma profissional que trabalha bastante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2E65B39-2AAC-6318-A399-32029D01053A}"/>
              </a:ext>
            </a:extLst>
          </p:cNvPr>
          <p:cNvSpPr/>
          <p:nvPr/>
        </p:nvSpPr>
        <p:spPr>
          <a:xfrm>
            <a:off x="273063" y="1331412"/>
            <a:ext cx="1417562" cy="218800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Recebe elogio dos amigos quando traz vinhos para os encontros. Suas escolhas são acertadas, segundos seus amigos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“Adoramos quando você traz vinho para os encontros, suas escolhas são certeiras.”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5914876-F795-86F3-F086-AEC0B03493FC}"/>
              </a:ext>
            </a:extLst>
          </p:cNvPr>
          <p:cNvSpPr/>
          <p:nvPr/>
        </p:nvSpPr>
        <p:spPr>
          <a:xfrm>
            <a:off x="2438076" y="5704482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Tem começado a estudar sobre vinhos, em busca de autonomia para encontrar vinho que gosta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6A2D988-1925-48B0-F43D-1AD92467377D}"/>
              </a:ext>
            </a:extLst>
          </p:cNvPr>
          <p:cNvSpPr/>
          <p:nvPr/>
        </p:nvSpPr>
        <p:spPr>
          <a:xfrm>
            <a:off x="4223186" y="5704482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Está em um relacionamento de longo prazo e avaliando morar junto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96BF4F3-9F04-E385-9C6E-CF82DACA398D}"/>
              </a:ext>
            </a:extLst>
          </p:cNvPr>
          <p:cNvSpPr/>
          <p:nvPr/>
        </p:nvSpPr>
        <p:spPr>
          <a:xfrm>
            <a:off x="6594761" y="5600171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Em encontros com amigos sempre leva alguns vinhos para o pessoal.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9542E6E-8ACB-66F0-E9C1-606734963357}"/>
              </a:ext>
            </a:extLst>
          </p:cNvPr>
          <p:cNvSpPr/>
          <p:nvPr/>
        </p:nvSpPr>
        <p:spPr>
          <a:xfrm>
            <a:off x="8232465" y="5807260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Se organiza bem anotando suas tarefas, pois tem muitas reuniões ao longo do dia.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A4625F3-6E92-E8C1-0DB7-F36F5CFE1232}"/>
              </a:ext>
            </a:extLst>
          </p:cNvPr>
          <p:cNvSpPr/>
          <p:nvPr/>
        </p:nvSpPr>
        <p:spPr>
          <a:xfrm>
            <a:off x="332017" y="3544753"/>
            <a:ext cx="1417562" cy="57510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Suas ideias fazem a diferença no grupo.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88C6CEE-7B08-0698-C824-7EA2CA81145C}"/>
              </a:ext>
            </a:extLst>
          </p:cNvPr>
          <p:cNvSpPr/>
          <p:nvPr/>
        </p:nvSpPr>
        <p:spPr>
          <a:xfrm>
            <a:off x="4375880" y="1728534"/>
            <a:ext cx="1417562" cy="80221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Gostaria de ter mais tempo para estudar sobre o mundo dos vinhos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2847DFC-F97D-65C8-1389-18B8F2231253}"/>
              </a:ext>
            </a:extLst>
          </p:cNvPr>
          <p:cNvSpPr/>
          <p:nvPr/>
        </p:nvSpPr>
        <p:spPr>
          <a:xfrm>
            <a:off x="7641700" y="4730891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Gosta de viajar e conhecer novas culturas.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8CC41D2-0030-DE73-2098-5EF67D4A3B93}"/>
              </a:ext>
            </a:extLst>
          </p:cNvPr>
          <p:cNvSpPr/>
          <p:nvPr/>
        </p:nvSpPr>
        <p:spPr>
          <a:xfrm>
            <a:off x="72607" y="4702347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Os amigos dizem que ela é leal e dedicada, comprometida, esforçada...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F9448F18-9021-3544-794D-7A78F7F40A3C}"/>
              </a:ext>
            </a:extLst>
          </p:cNvPr>
          <p:cNvSpPr/>
          <p:nvPr/>
        </p:nvSpPr>
        <p:spPr>
          <a:xfrm>
            <a:off x="1637403" y="4453003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tem um ótimo gosto e isso inspira a gente a experimentar coisas novas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C723448-CB2F-1E7D-1F0A-5F7E23231318}"/>
              </a:ext>
            </a:extLst>
          </p:cNvPr>
          <p:cNvSpPr/>
          <p:nvPr/>
        </p:nvSpPr>
        <p:spPr>
          <a:xfrm>
            <a:off x="1970313" y="3287251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Gosta de MPB, samba, e música clássica (influência dos pais)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3E6B7C98-3529-91C3-810D-134F9F8B029F}"/>
              </a:ext>
            </a:extLst>
          </p:cNvPr>
          <p:cNvSpPr/>
          <p:nvPr/>
        </p:nvSpPr>
        <p:spPr>
          <a:xfrm>
            <a:off x="17221" y="644384"/>
            <a:ext cx="1417562" cy="57271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Está construindo uma trajetória sólida.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5225B7F-2946-C0A1-EC53-DF13CE5E0590}"/>
              </a:ext>
            </a:extLst>
          </p:cNvPr>
          <p:cNvSpPr/>
          <p:nvPr/>
        </p:nvSpPr>
        <p:spPr>
          <a:xfrm>
            <a:off x="4396846" y="2634223"/>
            <a:ext cx="1417562" cy="10709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Sente uma cobrança de que está em um momento de constituir uma família e sair da casa dos pais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0CD1FFC-F2EC-5A83-2638-1C73AF350FFD}"/>
              </a:ext>
            </a:extLst>
          </p:cNvPr>
          <p:cNvSpPr/>
          <p:nvPr/>
        </p:nvSpPr>
        <p:spPr>
          <a:xfrm>
            <a:off x="6180389" y="2749337"/>
            <a:ext cx="1417562" cy="72751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Sua família é seu porto seguro, uma fonte importante de apoio e conforto.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2951D635-2E8D-45B3-A163-B448E8B6C796}"/>
              </a:ext>
            </a:extLst>
          </p:cNvPr>
          <p:cNvSpPr/>
          <p:nvPr/>
        </p:nvSpPr>
        <p:spPr>
          <a:xfrm>
            <a:off x="6388085" y="3511673"/>
            <a:ext cx="1417562" cy="67657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Visitar França, o berço dos vinhos que ela mais gosta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3A61B1E1-011C-E963-BC89-470EAE772EAA}"/>
              </a:ext>
            </a:extLst>
          </p:cNvPr>
          <p:cNvSpPr/>
          <p:nvPr/>
        </p:nvSpPr>
        <p:spPr>
          <a:xfrm>
            <a:off x="5177199" y="4948122"/>
            <a:ext cx="1417562" cy="68238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Sente insegurança sobre o futuro profissional e pessoal.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83D6F33D-1889-7B6D-401E-43AD9D472779}"/>
              </a:ext>
            </a:extLst>
          </p:cNvPr>
          <p:cNvSpPr/>
          <p:nvPr/>
        </p:nvSpPr>
        <p:spPr>
          <a:xfrm>
            <a:off x="4591395" y="4330187"/>
            <a:ext cx="1417562" cy="59847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Preocupa-se em não encontrar equilíbrio entre vida pessoal e trabalho.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6E0DF83-D420-92E2-81FD-B8963014A44E}"/>
              </a:ext>
            </a:extLst>
          </p:cNvPr>
          <p:cNvSpPr/>
          <p:nvPr/>
        </p:nvSpPr>
        <p:spPr>
          <a:xfrm>
            <a:off x="6363233" y="4265077"/>
            <a:ext cx="1417562" cy="67657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ysClr val="windowText" lastClr="000000"/>
                </a:solidFill>
              </a:rPr>
              <a:t>Se tornar uma sommelier de vinhos e ter ser própria adega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aae3dd2f-11a6-431c-95ac-58c25c8bb93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688A95ED9C8C47AEA17B785247BF5A" ma:contentTypeVersion="4" ma:contentTypeDescription="Crie um novo documento." ma:contentTypeScope="" ma:versionID="9c6cf0885cc3e8518010c857629e5edb">
  <xsd:schema xmlns:xsd="http://www.w3.org/2001/XMLSchema" xmlns:xs="http://www.w3.org/2001/XMLSchema" xmlns:p="http://schemas.microsoft.com/office/2006/metadata/properties" xmlns:ns2="aae3dd2f-11a6-431c-95ac-58c25c8bb93d" targetNamespace="http://schemas.microsoft.com/office/2006/metadata/properties" ma:root="true" ma:fieldsID="e90c02d7d44c610a6b4826b8fdebbd49" ns2:_="">
    <xsd:import namespace="aae3dd2f-11a6-431c-95ac-58c25c8bb93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3dd2f-11a6-431c-95ac-58c25c8bb93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924E3C-A307-4385-A1F4-822792419BB0}">
  <ds:schemaRefs>
    <ds:schemaRef ds:uri="http://schemas.microsoft.com/office/2006/metadata/properties"/>
    <ds:schemaRef ds:uri="http://schemas.microsoft.com/office/infopath/2007/PartnerControls"/>
    <ds:schemaRef ds:uri="aae3dd2f-11a6-431c-95ac-58c25c8bb93d"/>
  </ds:schemaRefs>
</ds:datastoreItem>
</file>

<file path=customXml/itemProps2.xml><?xml version="1.0" encoding="utf-8"?>
<ds:datastoreItem xmlns:ds="http://schemas.openxmlformats.org/officeDocument/2006/customXml" ds:itemID="{F347D8DC-7494-45EC-813B-C06A0DEE0E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82AD53-6702-4238-A10A-36E05694EA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e3dd2f-11a6-431c-95ac-58c25c8bb9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647</Words>
  <Application>Microsoft Macintosh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ATIVIDADE MAPA DE EMPATIA  VINHERIA AGNELO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MAPA DE EMPATIA  VINHERIA AGNELO</dc:title>
  <dc:creator>Ana Claudia Moreira Madaleno</dc:creator>
  <cp:lastModifiedBy>contato@canetin.com.br</cp:lastModifiedBy>
  <cp:revision>4</cp:revision>
  <dcterms:created xsi:type="dcterms:W3CDTF">2024-10-15T22:00:04Z</dcterms:created>
  <dcterms:modified xsi:type="dcterms:W3CDTF">2025-10-14T23:21:25Z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0x01010048688A95ED9C8C47AEA17B785247BF5A</vt:lpwstr>
  </property>
</Properties>
</file>